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0193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340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634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233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37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67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55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7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700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770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09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0040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Agency FB" panose="020B0503020202020204" pitchFamily="34" charset="0"/>
              </a:rPr>
              <a:t>Data Visualization Techniques in Power BI: Updates, Motion and Interactivity</a:t>
            </a:r>
            <a:endParaRPr sz="4000" dirty="0">
              <a:latin typeface="Agency FB" panose="020B0503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Updates, Transitions, Motion, Interactivity, Layouts, Remapping &amp; Exporting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Power BI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is a business analytics tool used to visualize and analyze data.</a:t>
            </a:r>
          </a:p>
          <a:p>
            <a:r>
              <a:t>It helps transform raw data into interactive dashboards and reports.</a:t>
            </a:r>
          </a:p>
          <a:p>
            <a:r>
              <a:t>Key features include dynamic updates, interactivity, and easy data sharing.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Updates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Updates ensure that dashboards always reflect the most recent and accurate data.</a:t>
            </a:r>
            <a:br>
              <a:rPr lang="en-US" dirty="0"/>
            </a:br>
            <a:r>
              <a:rPr lang="en-US" dirty="0"/>
              <a:t>They occur when the dataset is refreshed or when user interactions like filters and slicers are applied.</a:t>
            </a:r>
            <a:br>
              <a:rPr lang="en-US" dirty="0"/>
            </a:br>
            <a:r>
              <a:rPr lang="en-US" dirty="0"/>
              <a:t>This helps in making real-time and data-driven decisions.</a:t>
            </a:r>
          </a:p>
          <a:p>
            <a:r>
              <a:rPr dirty="0"/>
              <a:t>Types of updates:</a:t>
            </a:r>
          </a:p>
          <a:p>
            <a:r>
              <a:rPr dirty="0"/>
              <a:t>- Manual Refresh</a:t>
            </a:r>
          </a:p>
          <a:p>
            <a:r>
              <a:rPr dirty="0"/>
              <a:t>- Scheduled Refresh</a:t>
            </a:r>
          </a:p>
          <a:p>
            <a:r>
              <a:rPr dirty="0"/>
              <a:t>- Real-Time Streaming Data</a:t>
            </a:r>
          </a:p>
          <a:p>
            <a:r>
              <a:rPr dirty="0"/>
              <a:t>These allow organizations to make timely decisions based on current information.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Transitions in 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T</a:t>
            </a:r>
            <a:r>
              <a:rPr lang="en-US" sz="2400" b="1" dirty="0"/>
              <a:t>ransitions represent the smooth change in visuals when data or filters are modified.</a:t>
            </a:r>
            <a:br>
              <a:rPr lang="en-US" sz="2400" dirty="0"/>
            </a:br>
            <a:r>
              <a:rPr lang="en-US" sz="2400" dirty="0"/>
              <a:t>They help users track how values change instead of showing abrupt differences.</a:t>
            </a:r>
            <a:br>
              <a:rPr lang="en-US" sz="2400" dirty="0"/>
            </a:br>
            <a:r>
              <a:rPr lang="en-US" sz="2400" dirty="0"/>
              <a:t>This improves clarity and enhances the storytelling aspect of data visualization.</a:t>
            </a:r>
          </a:p>
          <a:p>
            <a:pPr>
              <a:lnSpc>
                <a:spcPct val="110000"/>
              </a:lnSpc>
            </a:pPr>
            <a:r>
              <a:rPr sz="2400" dirty="0"/>
              <a:t>Examples:</a:t>
            </a:r>
          </a:p>
          <a:p>
            <a:pPr>
              <a:lnSpc>
                <a:spcPct val="110000"/>
              </a:lnSpc>
            </a:pPr>
            <a:r>
              <a:rPr sz="2400" dirty="0"/>
              <a:t>- Visual updates after applying filters</a:t>
            </a:r>
          </a:p>
          <a:p>
            <a:pPr>
              <a:lnSpc>
                <a:spcPct val="110000"/>
              </a:lnSpc>
            </a:pPr>
            <a:r>
              <a:rPr sz="2400" dirty="0"/>
              <a:t>- Changing chart views</a:t>
            </a:r>
          </a:p>
          <a:p>
            <a:pPr>
              <a:lnSpc>
                <a:spcPct val="110000"/>
              </a:lnSpc>
            </a:pPr>
            <a:r>
              <a:rPr sz="2400" dirty="0"/>
              <a:t>- Switching report pages</a:t>
            </a:r>
          </a:p>
          <a:p>
            <a:pPr>
              <a:lnSpc>
                <a:spcPct val="110000"/>
              </a:lnSpc>
            </a:pPr>
            <a:r>
              <a:rPr sz="2400" dirty="0"/>
              <a:t>Transitions improve readability and storytelling.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Motion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Motion refers to dynamic changes in visuals, such as drill-down and time-based trends.</a:t>
            </a:r>
            <a:br>
              <a:rPr lang="en-US" dirty="0"/>
            </a:br>
            <a:r>
              <a:rPr lang="en-US" dirty="0"/>
              <a:t>It allows users to explore data across different levels like year, month, and day.</a:t>
            </a:r>
            <a:br>
              <a:rPr lang="en-US" dirty="0"/>
            </a:br>
            <a:r>
              <a:rPr lang="en-US" dirty="0"/>
              <a:t>Motion makes dashboards more engaging and easier to analyze patterns over time.</a:t>
            </a:r>
          </a:p>
          <a:p>
            <a:pPr>
              <a:lnSpc>
                <a:spcPct val="100000"/>
              </a:lnSpc>
            </a:pPr>
            <a:r>
              <a:rPr dirty="0"/>
              <a:t>Examples:</a:t>
            </a:r>
          </a:p>
          <a:p>
            <a:pPr>
              <a:lnSpc>
                <a:spcPct val="100000"/>
              </a:lnSpc>
            </a:pPr>
            <a:r>
              <a:rPr dirty="0"/>
              <a:t>- Animated updates when filters are applied</a:t>
            </a:r>
          </a:p>
          <a:p>
            <a:pPr>
              <a:lnSpc>
                <a:spcPct val="100000"/>
              </a:lnSpc>
            </a:pPr>
            <a:r>
              <a:rPr dirty="0"/>
              <a:t>- Drill-down transitions</a:t>
            </a:r>
          </a:p>
          <a:p>
            <a:pPr>
              <a:lnSpc>
                <a:spcPct val="100000"/>
              </a:lnSpc>
            </a:pPr>
            <a:r>
              <a:rPr dirty="0"/>
              <a:t>- Time-based animations (Play Axis)</a:t>
            </a:r>
          </a:p>
          <a:p>
            <a:pPr>
              <a:lnSpc>
                <a:spcPct val="100000"/>
              </a:lnSpc>
            </a:pPr>
            <a:r>
              <a:rPr dirty="0"/>
              <a:t>Motion helps users see how data evolves.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Interactivity in Power BI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Interactivity allows users to actively explore data rather than just viewing it.</a:t>
            </a:r>
            <a:br>
              <a:rPr lang="en-US" dirty="0"/>
            </a:br>
            <a:r>
              <a:rPr lang="en-US" dirty="0"/>
              <a:t>Features like slicers, filters, and cross-highlighting enable dynamic data exploration.</a:t>
            </a:r>
            <a:br>
              <a:rPr lang="en-US" dirty="0"/>
            </a:br>
            <a:r>
              <a:rPr lang="en-US" dirty="0"/>
              <a:t>This helps users gain deeper insights based on their specific requirements.</a:t>
            </a:r>
          </a:p>
          <a:p>
            <a:r>
              <a:rPr dirty="0"/>
              <a:t>Common features:</a:t>
            </a:r>
          </a:p>
          <a:p>
            <a:r>
              <a:rPr dirty="0"/>
              <a:t>- Slicers</a:t>
            </a:r>
          </a:p>
          <a:p>
            <a:r>
              <a:rPr dirty="0"/>
              <a:t>- Cross Filtering</a:t>
            </a:r>
          </a:p>
          <a:p>
            <a:r>
              <a:rPr dirty="0"/>
              <a:t>- Cross Highlighting</a:t>
            </a:r>
          </a:p>
          <a:p>
            <a:r>
              <a:rPr dirty="0"/>
              <a:t>- Drill Down and Drill Through</a:t>
            </a:r>
          </a:p>
          <a:p>
            <a:r>
              <a:rPr dirty="0"/>
              <a:t>- Tooltips and Buttons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Layouts in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en-US" b="1" dirty="0"/>
              <a:t>Layout defines how visuals are arranged on a dashboard for better readability and usability.</a:t>
            </a:r>
            <a:br>
              <a:rPr lang="en-US" dirty="0"/>
            </a:br>
            <a:r>
              <a:rPr lang="en-US" dirty="0"/>
              <a:t>A well-structured layout guides users from summary (KPIs) to detailed insights.</a:t>
            </a:r>
            <a:br>
              <a:rPr lang="en-US" dirty="0"/>
            </a:br>
            <a:r>
              <a:rPr lang="en-US" dirty="0"/>
              <a:t>Proper alignment and spacing improve user experience and understanding.</a:t>
            </a:r>
          </a:p>
          <a:p>
            <a:pPr>
              <a:lnSpc>
                <a:spcPct val="110000"/>
              </a:lnSpc>
            </a:pPr>
            <a:r>
              <a:rPr dirty="0"/>
              <a:t>Important layout practices:</a:t>
            </a:r>
          </a:p>
          <a:p>
            <a:pPr>
              <a:lnSpc>
                <a:spcPct val="110000"/>
              </a:lnSpc>
            </a:pPr>
            <a:r>
              <a:rPr dirty="0"/>
              <a:t>- Grid layout</a:t>
            </a:r>
          </a:p>
          <a:p>
            <a:pPr>
              <a:lnSpc>
                <a:spcPct val="110000"/>
              </a:lnSpc>
            </a:pPr>
            <a:r>
              <a:rPr dirty="0"/>
              <a:t>- Z-pattern reading flow</a:t>
            </a:r>
          </a:p>
          <a:p>
            <a:pPr>
              <a:lnSpc>
                <a:spcPct val="110000"/>
              </a:lnSpc>
            </a:pPr>
            <a:r>
              <a:rPr dirty="0"/>
              <a:t>- KPI cards at the top</a:t>
            </a:r>
          </a:p>
          <a:p>
            <a:pPr>
              <a:lnSpc>
                <a:spcPct val="110000"/>
              </a:lnSpc>
            </a:pPr>
            <a:r>
              <a:rPr dirty="0"/>
              <a:t>- Trend charts in the middle</a:t>
            </a:r>
          </a:p>
          <a:p>
            <a:pPr>
              <a:lnSpc>
                <a:spcPct val="110000"/>
              </a:lnSpc>
            </a:pPr>
            <a:r>
              <a:rPr dirty="0"/>
              <a:t>- Detailed analysis at the bottom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Remapping in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b="1" dirty="0"/>
              <a:t>Remapping means representing the same data in different visual formats.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This helps in understanding patterns, comparisons, and distributions effectively.</a:t>
            </a:r>
          </a:p>
          <a:p>
            <a:pPr>
              <a:lnSpc>
                <a:spcPct val="100000"/>
              </a:lnSpc>
            </a:pPr>
            <a:r>
              <a:rPr dirty="0"/>
              <a:t>Examples:</a:t>
            </a:r>
          </a:p>
          <a:p>
            <a:pPr>
              <a:lnSpc>
                <a:spcPct val="100000"/>
              </a:lnSpc>
            </a:pPr>
            <a:r>
              <a:rPr dirty="0"/>
              <a:t>- Converting tables into charts</a:t>
            </a:r>
          </a:p>
          <a:p>
            <a:pPr>
              <a:lnSpc>
                <a:spcPct val="100000"/>
              </a:lnSpc>
            </a:pPr>
            <a:r>
              <a:rPr dirty="0"/>
              <a:t>- Changing axis variables</a:t>
            </a:r>
          </a:p>
          <a:p>
            <a:pPr>
              <a:lnSpc>
                <a:spcPct val="100000"/>
              </a:lnSpc>
            </a:pPr>
            <a:r>
              <a:rPr dirty="0"/>
              <a:t>- Using different color schemes</a:t>
            </a:r>
          </a:p>
          <a:p>
            <a:pPr>
              <a:lnSpc>
                <a:spcPct val="100000"/>
              </a:lnSpc>
            </a:pPr>
            <a:r>
              <a:rPr dirty="0"/>
              <a:t>Remapping helps highlight patterns more clearly.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Exporting Reports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allows sharing reports in multiple ways:</a:t>
            </a:r>
          </a:p>
          <a:p>
            <a:r>
              <a:t>- Export to PDF</a:t>
            </a:r>
          </a:p>
          <a:p>
            <a:r>
              <a:t>- Export to PowerPoint</a:t>
            </a:r>
          </a:p>
          <a:p>
            <a:r>
              <a:t>- Export data to Excel or CSV</a:t>
            </a:r>
          </a:p>
          <a:p>
            <a:r>
              <a:t>- Publish to web</a:t>
            </a:r>
          </a:p>
          <a:p>
            <a:r>
              <a:t>- Share through Power BI Service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Techniques to Make Dashboards Interactive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the following to improve dashboards:</a:t>
            </a:r>
          </a:p>
          <a:p>
            <a:r>
              <a:t>- Dynamic titles</a:t>
            </a:r>
          </a:p>
          <a:p>
            <a:r>
              <a:t>- Conditional formatting</a:t>
            </a:r>
          </a:p>
          <a:p>
            <a:r>
              <a:t>- KPI cards</a:t>
            </a:r>
          </a:p>
          <a:p>
            <a:r>
              <a:t>- What-if parameters</a:t>
            </a:r>
          </a:p>
          <a:p>
            <a:r>
              <a:t>- Decomposition tree</a:t>
            </a:r>
          </a:p>
          <a:p>
            <a:r>
              <a:t>- Smart narrative insights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Keep dashboards simple and readable.</a:t>
            </a:r>
          </a:p>
          <a:p>
            <a:r>
              <a:t>- Use consistent colors</a:t>
            </a:r>
          </a:p>
          <a:p>
            <a:r>
              <a:t>- Avoid too many visuals</a:t>
            </a:r>
          </a:p>
          <a:p>
            <a:r>
              <a:t>- Use meaningful tooltips</a:t>
            </a:r>
          </a:p>
          <a:p>
            <a:r>
              <a:t>- Organize visuals logically</a:t>
            </a:r>
          </a:p>
          <a:p>
            <a:r>
              <a:t>- Guide users from summary to detail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enables powerful and interactive data visualization.</a:t>
            </a:r>
          </a:p>
          <a:p>
            <a:r>
              <a:t>Using updates, motion, interactivity, and good layouts improves understanding.</a:t>
            </a:r>
          </a:p>
          <a:p>
            <a:r>
              <a:t>Effective dashboards help organizations make better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187</TotalTime>
  <Words>605</Words>
  <Application>Microsoft Office PowerPoint</Application>
  <PresentationFormat>On-screen Show (4:3)</PresentationFormat>
  <Paragraphs>76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Agency FB</vt:lpstr>
      <vt:lpstr>Calibri</vt:lpstr>
      <vt:lpstr>Calibri Light</vt:lpstr>
      <vt:lpstr>Retrospect</vt:lpstr>
      <vt:lpstr>Data Visualization Techniques in Power BI: Updates, Motion and Interactivity</vt:lpstr>
      <vt:lpstr>Introduction to Power BI Visualization</vt:lpstr>
      <vt:lpstr>Updates in Power BI</vt:lpstr>
      <vt:lpstr>Transitions in Data Visualization</vt:lpstr>
      <vt:lpstr>Motion in Power BI</vt:lpstr>
      <vt:lpstr>Interactivity in Power BI</vt:lpstr>
      <vt:lpstr>Layouts in Dashboards</vt:lpstr>
      <vt:lpstr>Remapping in Visualization</vt:lpstr>
      <vt:lpstr>Exporting Reports</vt:lpstr>
      <vt:lpstr>Techniques to Make Dashboards Interactive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 Sumanth Simha</cp:lastModifiedBy>
  <cp:revision>3</cp:revision>
  <dcterms:created xsi:type="dcterms:W3CDTF">2013-01-27T09:14:16Z</dcterms:created>
  <dcterms:modified xsi:type="dcterms:W3CDTF">2026-03-31T06:50:13Z</dcterms:modified>
  <cp:category/>
</cp:coreProperties>
</file>